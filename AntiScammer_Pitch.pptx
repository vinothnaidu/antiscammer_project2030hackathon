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640080"/>
            <a:ext cx="1280160" cy="1280160"/>
          </a:xfrm>
          <a:prstGeom prst="ellipse">
            <a:avLst/>
          </a:prstGeom>
          <a:solidFill>
            <a:srgbClr val="003893"/>
          </a:solidFill>
          <a:ln w="25400">
            <a:solidFill>
              <a:srgbClr val="CC00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920240" y="640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AntiScammer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920240" y="1417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Phishing &amp; Scam Detection for Malaysia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920240" y="2011680"/>
            <a:ext cx="3474720" cy="384048"/>
          </a:xfrm>
          <a:prstGeom prst="roundRect">
            <a:avLst>
              <a:gd name="adj" fmla="val 47619"/>
            </a:avLst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011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Project 2030 Hackathon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8412480" cy="0"/>
          </a:xfrm>
          <a:prstGeom prst="line">
            <a:avLst/>
          </a:prstGeom>
          <a:noFill/>
          <a:ln w="19050">
            <a:solidFill>
              <a:srgbClr val="1C3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RM2.4B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losses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Malaysia 2024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68K+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scam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yearly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local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protection tools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Cybersecurity &amp; Digital Safety  |  Powered by Google Gemini 2.0 Flash  |  Chrome Extension + AI Backend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920240"/>
            <a:ext cx="2743200" cy="0"/>
          </a:xfrm>
          <a:prstGeom prst="line">
            <a:avLst/>
          </a:prstGeom>
          <a:noFill/>
          <a:ln w="38100">
            <a:solidFill>
              <a:srgbClr val="CC00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103120"/>
            <a:ext cx="164592" cy="164592"/>
          </a:xfrm>
          <a:prstGeom prst="ellipse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Maybank2u / CIMB phishing clones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" y="2606040"/>
            <a:ext cx="164592" cy="164592"/>
          </a:xfrm>
          <a:prstGeom prst="ellipse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LHDN / EPF portals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" y="3108960"/>
            <a:ext cx="164592" cy="164592"/>
          </a:xfrm>
          <a:prstGeom prst="ellipse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APK sideloads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611880"/>
            <a:ext cx="164592" cy="164592"/>
          </a:xfrm>
          <a:prstGeom prst="ellipse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TAC-stealing malware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032" y="4114800"/>
            <a:ext cx="164592" cy="164592"/>
          </a:xfrm>
          <a:prstGeom prst="ellipse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investment scams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28600" y="4572000"/>
            <a:ext cx="3017520" cy="347472"/>
          </a:xfrm>
          <a:prstGeom prst="roundRect">
            <a:avLst>
              <a:gd name="adj" fmla="val 39474"/>
            </a:avLst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4572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Cybersecurity &amp; Digital Safety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320040"/>
            <a:ext cx="5120640" cy="1325880"/>
          </a:xfrm>
          <a:prstGeom prst="rect">
            <a:avLst/>
          </a:prstGeom>
          <a:solidFill>
            <a:srgbClr val="F0F4FC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457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RM2.4 Billion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63440" y="9418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scams in Malaysia (2024)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49040" y="1828800"/>
            <a:ext cx="5120640" cy="1325880"/>
          </a:xfrm>
          <a:prstGeom prst="rect">
            <a:avLst/>
          </a:prstGeom>
          <a:solidFill>
            <a:srgbClr val="F0F4FC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319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63440" y="1965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63440" y="2450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Malaysians have encountered a phishing site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49040" y="3337560"/>
            <a:ext cx="5120640" cy="1325880"/>
          </a:xfrm>
          <a:prstGeom prst="rect">
            <a:avLst/>
          </a:prstGeom>
          <a:solidFill>
            <a:srgbClr val="F0F4FC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3192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663440" y="3474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AI tool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663440" y="39593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existed before AntiScammer for BM + EN detection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AntiScammer AI Chrome Extension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70432"/>
            <a:ext cx="2788920" cy="6400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350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7647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every page in &lt;2 seconds using Gemini 2.0 Flash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70432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70432"/>
            <a:ext cx="2788920" cy="64008"/>
          </a:xfrm>
          <a:prstGeom prst="rect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350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37560" y="17647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08483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MCMC/PDRM blacklist checked before any API 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170432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70432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350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🇲🇾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09360" y="17647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Malaysia-First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08483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BM &amp; EN phishing, APK scams, Maybank/EPF clones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017520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017520"/>
            <a:ext cx="27889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Cache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cached 24h per domain — saves quota &amp; speeds response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In-Page Sidebar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37560" y="39319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 overlay with risk badge, confidence %, and action advice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3017520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017520"/>
            <a:ext cx="27889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309360" y="3611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39319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API key storage; no user data leaves the browser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25400">
            <a:solidFill>
              <a:srgbClr val="CC000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1C3A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00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BROWSER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0515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(Manifest V3)  •  content.js + popup.js + background.js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8105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804672"/>
          </a:xfrm>
          <a:prstGeom prst="rect">
            <a:avLst/>
          </a:prstGeom>
          <a:solidFill>
            <a:srgbClr val="0D4A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00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GROUNDING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MCMC/PDRM Blacklist (RAG Lite)  —  zero API quota consumed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27706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04672"/>
          </a:xfrm>
          <a:prstGeom prst="rect">
            <a:avLst/>
          </a:prstGeom>
          <a:solidFill>
            <a:srgbClr val="4A1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71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00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INFERENCE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97180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2.0 Flash API  •  Structured JSON output (risk / confidence / action)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37307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8412480" cy="804672"/>
          </a:xfrm>
          <a:prstGeom prst="rect">
            <a:avLst/>
          </a:prstGeom>
          <a:solidFill>
            <a:srgbClr val="4A2A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31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00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STORE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9319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chrome.storage.local  —  24h TTL per domain, max 50 entries, auto-prune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 sidebar injects real-time risk overlay directly into the page — no popups, no user friction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384048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Extension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508760"/>
            <a:ext cx="2834640" cy="768096"/>
          </a:xfrm>
          <a:prstGeom prst="rect">
            <a:avLst/>
          </a:prstGeom>
          <a:solidFill>
            <a:srgbClr val="F0F4FC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508760"/>
            <a:ext cx="54864" cy="768096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6362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Manifest V3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+ content scripts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2368296"/>
            <a:ext cx="2834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368296"/>
            <a:ext cx="54864" cy="768096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2316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 Modules)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273405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background.js, content.js, popup.js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227832"/>
            <a:ext cx="2834640" cy="768096"/>
          </a:xfrm>
          <a:prstGeom prst="rect">
            <a:avLst/>
          </a:prstGeom>
          <a:solidFill>
            <a:srgbClr val="F0F4FC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3227832"/>
            <a:ext cx="54864" cy="768096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826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" y="35935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UI sidebar overlay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4087368"/>
            <a:ext cx="2834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4087368"/>
            <a:ext cx="54864" cy="768096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4223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TypeScript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44531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/ demo portal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1051560"/>
            <a:ext cx="28346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051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Backend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1508760"/>
            <a:ext cx="2834640" cy="768096"/>
          </a:xfrm>
          <a:prstGeom prst="rect">
            <a:avLst/>
          </a:prstGeom>
          <a:solidFill>
            <a:srgbClr val="F0F4FC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1508760"/>
            <a:ext cx="54864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56362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337560" y="187452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analysis with JSON output mode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368296"/>
            <a:ext cx="2834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368296"/>
            <a:ext cx="54864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42316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Grounding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337560" y="273405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blacklist (MCMC/PDRM patterns)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3227832"/>
            <a:ext cx="2834640" cy="768096"/>
          </a:xfrm>
          <a:prstGeom prst="rect">
            <a:avLst/>
          </a:prstGeom>
          <a:solidFill>
            <a:srgbClr val="F0F4FC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3227832"/>
            <a:ext cx="54864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2826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337560" y="35935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 + EN bilingual system instruction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0" y="4087368"/>
            <a:ext cx="2834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4087368"/>
            <a:ext cx="54864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414223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chrome.storage.local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337560" y="44531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scan cache, history log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72200" y="1051560"/>
            <a:ext cx="2834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1051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/ Deploy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72200" y="1508760"/>
            <a:ext cx="2834640" cy="768096"/>
          </a:xfrm>
          <a:prstGeom prst="rect">
            <a:avLst/>
          </a:prstGeom>
          <a:solidFill>
            <a:srgbClr val="F0F4FC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1508760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156362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309360" y="187452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host &amp; API management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72200" y="2368296"/>
            <a:ext cx="2834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2368296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242316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Web Store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309360" y="273405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update channel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72200" y="3227832"/>
            <a:ext cx="2834640" cy="768096"/>
          </a:xfrm>
          <a:prstGeom prst="rect">
            <a:avLst/>
          </a:prstGeom>
          <a:solidFill>
            <a:srgbClr val="F0F4FC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3227832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2826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/ options.html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309360" y="35935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User-side API key management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72200" y="4087368"/>
            <a:ext cx="2834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4087368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414223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(scale)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309360" y="44531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for future builds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across individuals, businesses, and government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834640" cy="502920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 Individual Users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" y="1892808"/>
            <a:ext cx="146304" cy="146304"/>
          </a:xfrm>
          <a:prstGeom prst="ellipse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while banking, shopping on Shopee/Lazada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3192" y="2606040"/>
            <a:ext cx="146304" cy="146304"/>
          </a:xfrm>
          <a:prstGeom prst="ellipse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963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in Bahasa Malaysia &amp; English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3192" y="3319272"/>
            <a:ext cx="146304" cy="146304"/>
          </a:xfrm>
          <a:prstGeom prst="ellipse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954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knowledge needed — installs in 60 seconds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3192" y="4032504"/>
            <a:ext cx="146304" cy="146304"/>
          </a:xfrm>
          <a:prstGeom prst="ellipse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2277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zero cost to citizens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0" y="114300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43000"/>
            <a:ext cx="28346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161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Banks &amp; Enterprises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64992" y="18928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customer fraud claims &amp; support costs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64992" y="260604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4963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brand trust (Maybank2u, CIMB Clicks)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64992" y="331927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20954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API-ready for white-label integration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64992" y="403250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392277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scan logs for compliance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114300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143000"/>
            <a:ext cx="28346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161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Government &amp; Regulators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36792" y="189280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MCMC &amp; PDRM threat intelligence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36792" y="260604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4963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 emerging scam domains (community-sourced)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36792" y="3319272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320954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Malaysia's Digital Economy Blueprint 2030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36792" y="4032504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92277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blacklist contribution model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AntiScammer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25400">
            <a:solidFill>
              <a:srgbClr val="CC000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868680"/>
            <a:ext cx="2834640" cy="365760"/>
          </a:xfrm>
          <a:prstGeom prst="rect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Current (MVP)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834640" cy="3566160"/>
          </a:xfrm>
          <a:prstGeom prst="rect">
            <a:avLst/>
          </a:prstGeom>
          <a:solidFill>
            <a:srgbClr val="0D1B3E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417320"/>
            <a:ext cx="2487168" cy="658368"/>
          </a:xfrm>
          <a:prstGeom prst="rect">
            <a:avLst/>
          </a:prstGeom>
          <a:solidFill>
            <a:srgbClr val="16203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655064"/>
            <a:ext cx="182880" cy="182880"/>
          </a:xfrm>
          <a:prstGeom prst="ellipse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08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(MV3)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3192" y="2221992"/>
            <a:ext cx="2487168" cy="658368"/>
          </a:xfrm>
          <a:prstGeom prst="rect">
            <a:avLst/>
          </a:prstGeom>
          <a:solidFill>
            <a:srgbClr val="16203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2459736"/>
            <a:ext cx="182880" cy="182880"/>
          </a:xfrm>
          <a:prstGeom prst="ellipse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134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per-user API key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3192" y="3026664"/>
            <a:ext cx="2487168" cy="658368"/>
          </a:xfrm>
          <a:prstGeom prst="rect">
            <a:avLst/>
          </a:prstGeom>
          <a:solidFill>
            <a:srgbClr val="16203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" y="3264408"/>
            <a:ext cx="182880" cy="182880"/>
          </a:xfrm>
          <a:prstGeom prst="ellipse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181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MCMC/PDRM blacklist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3192" y="3831336"/>
            <a:ext cx="2487168" cy="658368"/>
          </a:xfrm>
          <a:prstGeom prst="rect">
            <a:avLst/>
          </a:prstGeom>
          <a:solidFill>
            <a:srgbClr val="16203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4069080"/>
            <a:ext cx="182880" cy="182880"/>
          </a:xfrm>
          <a:prstGeom prst="ellipse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2277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5-10k active users target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63240" y="25603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0" y="868680"/>
            <a:ext cx="28346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Community Growth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0" y="1261872"/>
            <a:ext cx="2834640" cy="3566160"/>
          </a:xfrm>
          <a:prstGeom prst="rect">
            <a:avLst/>
          </a:prstGeom>
          <a:solidFill>
            <a:srgbClr val="0D1B3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64992" y="1417320"/>
            <a:ext cx="2487168" cy="658368"/>
          </a:xfrm>
          <a:prstGeom prst="rect">
            <a:avLst/>
          </a:prstGeom>
          <a:solidFill>
            <a:srgbClr val="16203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6432" y="165506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1508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backend API (cloud-hosted)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64992" y="2221992"/>
            <a:ext cx="2487168" cy="658368"/>
          </a:xfrm>
          <a:prstGeom prst="rect">
            <a:avLst/>
          </a:prstGeom>
          <a:solidFill>
            <a:srgbClr val="16203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56432" y="245973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23134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scam reporting pipeline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64992" y="3026664"/>
            <a:ext cx="2487168" cy="658368"/>
          </a:xfrm>
          <a:prstGeom prst="rect">
            <a:avLst/>
          </a:prstGeom>
          <a:solidFill>
            <a:srgbClr val="16203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6432" y="326440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31181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+ Edge extension ports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64992" y="3831336"/>
            <a:ext cx="2487168" cy="658368"/>
          </a:xfrm>
          <a:prstGeom prst="rect">
            <a:avLst/>
          </a:prstGeom>
          <a:solidFill>
            <a:srgbClr val="16203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56432" y="40690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392277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users, Chrome Web Store featured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35040" y="25603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172200" y="868680"/>
            <a:ext cx="283464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National Scale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72200" y="1261872"/>
            <a:ext cx="2834640" cy="3566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6792" y="1417320"/>
            <a:ext cx="2487168" cy="658368"/>
          </a:xfrm>
          <a:prstGeom prst="rect">
            <a:avLst/>
          </a:prstGeom>
          <a:solidFill>
            <a:srgbClr val="16203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8232" y="165506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1508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MCMC/PDRM real-time data feed integration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36792" y="2221992"/>
            <a:ext cx="2487168" cy="658368"/>
          </a:xfrm>
          <a:prstGeom prst="rect">
            <a:avLst/>
          </a:prstGeom>
          <a:solidFill>
            <a:srgbClr val="16203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28232" y="245973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23134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SDK for banking apps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336792" y="3026664"/>
            <a:ext cx="2487168" cy="658368"/>
          </a:xfrm>
          <a:prstGeom prst="rect">
            <a:avLst/>
          </a:prstGeom>
          <a:solidFill>
            <a:srgbClr val="16203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28232" y="326440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31181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Negara partnership (white-label)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336792" y="3831336"/>
            <a:ext cx="2487168" cy="658368"/>
          </a:xfrm>
          <a:prstGeom prst="rect">
            <a:avLst/>
          </a:prstGeom>
          <a:solidFill>
            <a:srgbClr val="162038"/>
          </a:solidFill>
          <a:ln w="12700">
            <a:solidFill>
              <a:srgbClr val="1C3A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28232" y="40690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0840" y="392277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protected Malaysians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Federated threat intelligence across ASEAN  •  Open API for fintech &amp; e-commerce integrations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8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457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🛡️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Malaysia,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at a Time.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AntiScammer AI — Real-time, bilingual, Malaysia-first scam protection.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03120" y="3794760"/>
            <a:ext cx="2011680" cy="502920"/>
          </a:xfrm>
          <a:prstGeom prst="roundRect">
            <a:avLst>
              <a:gd name="adj" fmla="val 36364"/>
            </a:avLst>
          </a:prstGeom>
          <a:solidFill>
            <a:srgbClr val="CC0001"/>
          </a:solidFill>
          <a:ln w="12700">
            <a:solidFill>
              <a:srgbClr val="CC00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Demo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3794760"/>
            <a:ext cx="2011680" cy="502920"/>
          </a:xfrm>
          <a:prstGeom prst="roundRect">
            <a:avLst>
              <a:gd name="adj" fmla="val 36364"/>
            </a:avLst>
          </a:prstGeom>
          <a:solidFill>
            <a:srgbClr val="0A24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GitHub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Project 2030 Hackathon  •  AntiScammer Malaysia  •  2026  •  Google Gemini 2.0 Flash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AntiScammer AI - Project 2030 Hackathon Pitch</dc:title>
  <dc:subject>PptxGenJS Presentation</dc:subject>
  <dc:creator>PptxGenJS</dc:creator>
  <cp:lastModifiedBy>PptxGenJS</cp:lastModifiedBy>
  <cp:revision>1</cp:revision>
  <dcterms:created xsi:type="dcterms:W3CDTF">2026-04-24T09:45:48Z</dcterms:created>
  <dcterms:modified xsi:type="dcterms:W3CDTF">2026-04-24T09:45:48Z</dcterms:modified>
</cp:coreProperties>
</file>